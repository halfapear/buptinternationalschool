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70" r:id="rId5"/>
    <p:sldId id="269" r:id="rId6"/>
    <p:sldId id="268" r:id="rId7"/>
    <p:sldId id="267" r:id="rId8"/>
    <p:sldId id="266" r:id="rId9"/>
  </p:sldIdLst>
  <p:sldSz cx="18288000" cy="10287000"/>
  <p:notesSz cx="6858000" cy="9144000"/>
  <p:embeddedFontLst>
    <p:embeddedFont>
      <p:font typeface="字由点字倔强黑" panose="00020600040101010101" charset="-122"/>
      <p:regular r:id="rId13"/>
    </p:embeddedFont>
    <p:embeddedFont>
      <p:font typeface="Calibri" panose="020F050202020403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3534" y="1812"/>
      </p:cViewPr>
      <p:guideLst>
        <p:guide orient="horz" pos="212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8829375"/>
            <a:ext cx="15916463" cy="428925"/>
            <a:chOff x="0" y="0"/>
            <a:chExt cx="4191990" cy="112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112968"/>
            </a:xfrm>
            <a:custGeom>
              <a:avLst/>
              <a:gdLst/>
              <a:ahLst/>
              <a:cxnLst/>
              <a:rect l="l" t="t" r="r" b="b"/>
              <a:pathLst>
                <a:path w="4191990" h="112968">
                  <a:moveTo>
                    <a:pt x="0" y="0"/>
                  </a:moveTo>
                  <a:lnTo>
                    <a:pt x="4191990" y="0"/>
                  </a:lnTo>
                  <a:lnTo>
                    <a:pt x="4191990" y="112968"/>
                  </a:lnTo>
                  <a:lnTo>
                    <a:pt x="0" y="112968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14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582661"/>
            <a:ext cx="18966220" cy="2674505"/>
            <a:chOff x="0" y="0"/>
            <a:chExt cx="25288293" cy="3566007"/>
          </a:xfrm>
        </p:grpSpPr>
        <p:sp>
          <p:nvSpPr>
            <p:cNvPr id="6" name="Freeform 6"/>
            <p:cNvSpPr/>
            <p:nvPr/>
          </p:nvSpPr>
          <p:spPr>
            <a:xfrm>
              <a:off x="4377381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386978" cy="3561016"/>
            </a:xfrm>
            <a:custGeom>
              <a:avLst/>
              <a:gdLst/>
              <a:ahLst/>
              <a:cxnLst/>
              <a:rect l="l" t="t" r="r" b="b"/>
              <a:pathLst>
                <a:path w="4386978" h="3561016">
                  <a:moveTo>
                    <a:pt x="0" y="0"/>
                  </a:moveTo>
                  <a:lnTo>
                    <a:pt x="4386978" y="0"/>
                  </a:lnTo>
                  <a:lnTo>
                    <a:pt x="4386978" y="3561016"/>
                  </a:lnTo>
                  <a:lnTo>
                    <a:pt x="0" y="356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5118" r="-138474" b="-11482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826487" y="28302"/>
              <a:ext cx="10461806" cy="3537705"/>
            </a:xfrm>
            <a:custGeom>
              <a:avLst/>
              <a:gdLst/>
              <a:ahLst/>
              <a:cxnLst/>
              <a:rect l="l" t="t" r="r" b="b"/>
              <a:pathLst>
                <a:path w="10461806" h="3537705">
                  <a:moveTo>
                    <a:pt x="0" y="0"/>
                  </a:moveTo>
                  <a:lnTo>
                    <a:pt x="10461806" y="0"/>
                  </a:lnTo>
                  <a:lnTo>
                    <a:pt x="10461806" y="3537705"/>
                  </a:lnTo>
                  <a:lnTo>
                    <a:pt x="0" y="353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6281" b="-1154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78580" y="1138069"/>
            <a:ext cx="15916463" cy="7691305"/>
            <a:chOff x="0" y="0"/>
            <a:chExt cx="4191990" cy="2025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990" cy="2025694"/>
            </a:xfrm>
            <a:custGeom>
              <a:avLst/>
              <a:gdLst/>
              <a:ahLst/>
              <a:cxnLst/>
              <a:rect l="l" t="t" r="r" b="b"/>
              <a:pathLst>
                <a:path w="4191990" h="2025694">
                  <a:moveTo>
                    <a:pt x="0" y="0"/>
                  </a:moveTo>
                  <a:lnTo>
                    <a:pt x="4191990" y="0"/>
                  </a:lnTo>
                  <a:lnTo>
                    <a:pt x="4191990" y="2025694"/>
                  </a:lnTo>
                  <a:lnTo>
                    <a:pt x="0" y="2025694"/>
                  </a:lnTo>
                  <a:close/>
                </a:path>
              </a:pathLst>
            </a:custGeom>
            <a:solidFill>
              <a:srgbClr val="F5FAF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191990" cy="2054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958837" y="1138069"/>
            <a:ext cx="2794985" cy="1066475"/>
          </a:xfrm>
          <a:custGeom>
            <a:avLst/>
            <a:gdLst/>
            <a:ahLst/>
            <a:cxnLst/>
            <a:rect l="l" t="t" r="r" b="b"/>
            <a:pathLst>
              <a:path w="2794985" h="1066475">
                <a:moveTo>
                  <a:pt x="0" y="0"/>
                </a:moveTo>
                <a:lnTo>
                  <a:pt x="2794985" y="0"/>
                </a:lnTo>
                <a:lnTo>
                  <a:pt x="2794985" y="1066475"/>
                </a:lnTo>
                <a:lnTo>
                  <a:pt x="0" y="106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4422" r="-895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143025" y="1107246"/>
            <a:ext cx="7972746" cy="3388268"/>
          </a:xfrm>
          <a:custGeom>
            <a:avLst/>
            <a:gdLst/>
            <a:ahLst/>
            <a:cxnLst/>
            <a:rect l="l" t="t" r="r" b="b"/>
            <a:pathLst>
              <a:path w="7972746" h="3388268">
                <a:moveTo>
                  <a:pt x="0" y="0"/>
                </a:moveTo>
                <a:lnTo>
                  <a:pt x="7972746" y="0"/>
                </a:lnTo>
                <a:lnTo>
                  <a:pt x="7972746" y="3388268"/>
                </a:lnTo>
                <a:lnTo>
                  <a:pt x="0" y="338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3141"/>
            </a:stretch>
          </a:blipFill>
        </p:spPr>
      </p:sp>
      <p:sp>
        <p:nvSpPr>
          <p:cNvPr id="30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2309495" y="2233930"/>
            <a:ext cx="14420850" cy="2062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85"/>
              </a:lnSpc>
            </a:pPr>
            <a:r>
              <a:rPr lang="zh-CN" altLang="en-US" sz="13405" spc="1809">
                <a:solidFill>
                  <a:srgbClr val="41624D"/>
                </a:solidFill>
                <a:ea typeface="字由点字倔强黑" panose="00020600040101010101" charset="-122"/>
              </a:rPr>
              <a:t>云边报告</a:t>
            </a:r>
            <a:r>
              <a:rPr lang="en-US" altLang="zh-CN" sz="13405" spc="1809">
                <a:solidFill>
                  <a:srgbClr val="41624D"/>
                </a:solidFill>
                <a:ea typeface="字由点字倔强黑" panose="00020600040101010101" charset="-122"/>
              </a:rPr>
              <a:t>PPT</a:t>
            </a:r>
            <a:endParaRPr lang="en-US" altLang="zh-CN" sz="13405" spc="1809">
              <a:solidFill>
                <a:srgbClr val="41624D"/>
              </a:solidFill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5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580" y="1138069"/>
            <a:ext cx="15916463" cy="8010861"/>
            <a:chOff x="0" y="0"/>
            <a:chExt cx="4191990" cy="2109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1990" cy="2109856"/>
            </a:xfrm>
            <a:custGeom>
              <a:avLst/>
              <a:gdLst/>
              <a:ahLst/>
              <a:cxnLst/>
              <a:rect l="l" t="t" r="r" b="b"/>
              <a:pathLst>
                <a:path w="4191990" h="2109856">
                  <a:moveTo>
                    <a:pt x="0" y="0"/>
                  </a:moveTo>
                  <a:lnTo>
                    <a:pt x="4191990" y="0"/>
                  </a:lnTo>
                  <a:lnTo>
                    <a:pt x="4191990" y="2109856"/>
                  </a:lnTo>
                  <a:lnTo>
                    <a:pt x="0" y="2109856"/>
                  </a:lnTo>
                  <a:close/>
                </a:path>
              </a:pathLst>
            </a:custGeom>
            <a:solidFill>
              <a:srgbClr val="F5FAF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1990" cy="2138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8580" y="1138069"/>
            <a:ext cx="16038423" cy="7999163"/>
            <a:chOff x="0" y="0"/>
            <a:chExt cx="21384564" cy="10665551"/>
          </a:xfrm>
        </p:grpSpPr>
        <p:sp>
          <p:nvSpPr>
            <p:cNvPr id="6" name="Freeform 6"/>
            <p:cNvSpPr/>
            <p:nvPr/>
          </p:nvSpPr>
          <p:spPr>
            <a:xfrm>
              <a:off x="10692282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692282" cy="10665551"/>
            </a:xfrm>
            <a:custGeom>
              <a:avLst/>
              <a:gdLst/>
              <a:ahLst/>
              <a:cxnLst/>
              <a:rect l="l" t="t" r="r" b="b"/>
              <a:pathLst>
                <a:path w="10692282" h="10665551">
                  <a:moveTo>
                    <a:pt x="0" y="0"/>
                  </a:moveTo>
                  <a:lnTo>
                    <a:pt x="10692282" y="0"/>
                  </a:lnTo>
                  <a:lnTo>
                    <a:pt x="10692282" y="10665551"/>
                  </a:lnTo>
                  <a:lnTo>
                    <a:pt x="0" y="1066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6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016441" y="3110338"/>
            <a:ext cx="7836341" cy="259929"/>
            <a:chOff x="0" y="0"/>
            <a:chExt cx="2063892" cy="68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63892" cy="68459"/>
            </a:xfrm>
            <a:custGeom>
              <a:avLst/>
              <a:gdLst/>
              <a:ahLst/>
              <a:cxnLst/>
              <a:rect l="l" t="t" r="r" b="b"/>
              <a:pathLst>
                <a:path w="2063892" h="68459">
                  <a:moveTo>
                    <a:pt x="34229" y="0"/>
                  </a:moveTo>
                  <a:lnTo>
                    <a:pt x="2029663" y="0"/>
                  </a:lnTo>
                  <a:cubicBezTo>
                    <a:pt x="2048567" y="0"/>
                    <a:pt x="2063892" y="15325"/>
                    <a:pt x="2063892" y="34229"/>
                  </a:cubicBezTo>
                  <a:lnTo>
                    <a:pt x="2063892" y="34229"/>
                  </a:lnTo>
                  <a:cubicBezTo>
                    <a:pt x="2063892" y="43307"/>
                    <a:pt x="2060286" y="52014"/>
                    <a:pt x="2053867" y="58433"/>
                  </a:cubicBezTo>
                  <a:cubicBezTo>
                    <a:pt x="2047448" y="64852"/>
                    <a:pt x="2038741" y="68459"/>
                    <a:pt x="2029663" y="68459"/>
                  </a:cubicBezTo>
                  <a:lnTo>
                    <a:pt x="34229" y="68459"/>
                  </a:lnTo>
                  <a:cubicBezTo>
                    <a:pt x="15325" y="68459"/>
                    <a:pt x="0" y="53134"/>
                    <a:pt x="0" y="34229"/>
                  </a:cubicBezTo>
                  <a:lnTo>
                    <a:pt x="0" y="34229"/>
                  </a:lnTo>
                  <a:cubicBezTo>
                    <a:pt x="0" y="15325"/>
                    <a:pt x="15325" y="0"/>
                    <a:pt x="34229" y="0"/>
                  </a:cubicBez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063892" cy="116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9525" y="-212708"/>
            <a:ext cx="1423091" cy="10984331"/>
            <a:chOff x="0" y="0"/>
            <a:chExt cx="374806" cy="28929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864909" y="-212708"/>
            <a:ext cx="1423091" cy="10984331"/>
            <a:chOff x="0" y="0"/>
            <a:chExt cx="374806" cy="28929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4806" cy="2892992"/>
            </a:xfrm>
            <a:custGeom>
              <a:avLst/>
              <a:gdLst/>
              <a:ahLst/>
              <a:cxnLst/>
              <a:rect l="l" t="t" r="r" b="b"/>
              <a:pathLst>
                <a:path w="374806" h="2892992">
                  <a:moveTo>
                    <a:pt x="0" y="0"/>
                  </a:moveTo>
                  <a:lnTo>
                    <a:pt x="374806" y="0"/>
                  </a:lnTo>
                  <a:lnTo>
                    <a:pt x="374806" y="2892992"/>
                  </a:lnTo>
                  <a:lnTo>
                    <a:pt x="0" y="2892992"/>
                  </a:lnTo>
                  <a:close/>
                </a:path>
              </a:pathLst>
            </a:custGeom>
            <a:solidFill>
              <a:srgbClr val="41624D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74806" cy="2921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380176" y="4983658"/>
            <a:ext cx="335407" cy="319685"/>
            <a:chOff x="0" y="0"/>
            <a:chExt cx="812800" cy="774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28600" y="219075"/>
              <a:ext cx="3556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5"/>
                </a:lnSpc>
              </a:pPr>
            </a:p>
          </p:txBody>
        </p:sp>
      </p:grpSp>
      <p:sp>
        <p:nvSpPr>
          <p:cNvPr id="41" name="Freeform 30"/>
          <p:cNvSpPr/>
          <p:nvPr/>
        </p:nvSpPr>
        <p:spPr>
          <a:xfrm rot="5400000">
            <a:off x="-3984375" y="4593346"/>
            <a:ext cx="9411340" cy="1014660"/>
          </a:xfrm>
          <a:custGeom>
            <a:avLst/>
            <a:gdLst/>
            <a:ahLst/>
            <a:cxnLst/>
            <a:rect l="l" t="t" r="r" b="b"/>
            <a:pathLst>
              <a:path w="9411340" h="1014660">
                <a:moveTo>
                  <a:pt x="0" y="0"/>
                </a:moveTo>
                <a:lnTo>
                  <a:pt x="9411340" y="0"/>
                </a:lnTo>
                <a:lnTo>
                  <a:pt x="9411340" y="1014660"/>
                </a:lnTo>
                <a:lnTo>
                  <a:pt x="0" y="101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31"/>
          <p:cNvSpPr/>
          <p:nvPr/>
        </p:nvSpPr>
        <p:spPr>
          <a:xfrm>
            <a:off x="17165015" y="8632398"/>
            <a:ext cx="822879" cy="822879"/>
          </a:xfrm>
          <a:custGeom>
            <a:avLst/>
            <a:gdLst/>
            <a:ahLst/>
            <a:cxnLst/>
            <a:rect l="l" t="t" r="r" b="b"/>
            <a:pathLst>
              <a:path w="822879" h="822879">
                <a:moveTo>
                  <a:pt x="0" y="0"/>
                </a:moveTo>
                <a:lnTo>
                  <a:pt x="822879" y="0"/>
                </a:lnTo>
                <a:lnTo>
                  <a:pt x="822879" y="822879"/>
                </a:lnTo>
                <a:lnTo>
                  <a:pt x="0" y="82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自定义</PresentationFormat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思源黑体 1 Bold</vt:lpstr>
      <vt:lpstr>黑体</vt:lpstr>
      <vt:lpstr>字由点字倔强黑</vt:lpstr>
      <vt:lpstr>Chakra Petch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绿色简约开题报告毕业论文毕业答辩ppt演示文稿 副本</dc:title>
  <dc:creator>唐玉婵</dc:creator>
  <cp:lastModifiedBy>熊之神jzb</cp:lastModifiedBy>
  <cp:revision>5</cp:revision>
  <dcterms:created xsi:type="dcterms:W3CDTF">2006-08-16T00:00:00Z</dcterms:created>
  <dcterms:modified xsi:type="dcterms:W3CDTF">2025-03-11T07:53:03Z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6749E602F7AA4377BAA0F902DC77652C_12</vt:lpwstr>
  </property>
  <property fmtid="{D5CDD505-2E9C-101B-9397-08002B2CF9AE}" pid="3" name="KSOProductBuildVer">
    <vt:lpwstr>2052-12.1.0.20305</vt:lpwstr>
  </property>
</Properties>
</file>